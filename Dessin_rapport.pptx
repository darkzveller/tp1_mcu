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EB4FCB-0B78-DBA4-D5D3-78C55C848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66F4D5-08D7-6C8E-4A7F-B05F08056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FE5888-962D-09F2-43F1-C011DED5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34A91F-D5B1-1886-1CB3-867D9911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45ACF2-2521-1A3D-C3CF-B55ACF62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93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C04D8-0442-F8EB-4BB5-DDC0B809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C0445B-CDF8-74F4-6B11-69C0F08F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CCB573-4176-2CE0-DD92-51279688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700691-E73E-62C3-2ED4-60690599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019551-84E0-0723-4B8A-80308B99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94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C2E71-084F-2D1A-65E9-68247FCD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BF9466-D5A8-6053-3231-35D18686D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9260CF-A6EB-483C-E707-A05D6265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752E07-AE4D-B342-539F-1C1418AF4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494019-F92E-C852-B83F-18C25DFD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017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0C750-D44D-6F44-3C8B-46779AD6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EF99F4-F55C-E534-FFEB-DC181CE60E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C9E744-1611-20A6-299E-6FD2D2F4E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81E196-276D-0302-E6B7-45771D18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1C7550-D263-613B-EDDB-0C5239F6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A7F50E-F9D6-05F7-2A49-A1E19A08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9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76A93-271E-C9F0-83EC-99A356D9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B91BF8-39CC-5256-50A0-8E21E5E9D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3E1283-8251-4175-4B9E-06990BD19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1524B1-1FD9-434B-22AA-DF71ECAD5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3B3FFF-0F85-976B-F713-E80C74C27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EA06A8-795A-0A1D-B907-21189DD9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570C63-143B-4072-3ED2-18D49B1B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0FBEF6-FA18-73E3-6A72-DC513D50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C5D242-DBCB-55AD-7EEF-438620EF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E5012A5-DA4A-534D-35F5-EA06AF92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A212CC-FA14-CD9A-6945-C871C1ED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462E46-FDDE-020F-F05B-7FFC49B7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57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B7752A7-02CC-9855-1AEA-838FA6D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A8A321-89E7-AE6D-ABFD-706CA3C9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39C225-8E26-5C4C-001A-6D21578D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97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18883D-F8DF-1489-AE37-E705D782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757E7D-71BC-DFD8-E0DE-FE884A4CF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A42B1C-BD19-2D11-F1FE-1A13F6855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677538-B9B9-C815-B819-C2708935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A96F1A-90BE-4509-3534-A044EDEA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F12D36-60E7-83D3-2DC7-63CB6F1D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640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7DF916-BBE4-1497-9243-D8A90B34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EC9F91-7846-287C-06BD-1CD7D035A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119D51-326E-9E00-345C-BC4FEF797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3370C7-854D-CE0F-D596-7091506A4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B10B81-A0B9-1AAD-35C7-2604F942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FF774B-F6E3-8193-13C5-EC844253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8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AA5880-5983-567C-4E57-7695FB8A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84E9C8-D3C6-2A72-36EE-118C4A618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CE8D90-4CCA-AC51-1B00-D8EE5FC9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DDA76E-CA28-3F26-06A3-2BC5148D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A00651-8309-9DA3-822E-A1465463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38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0E3CE0A-6AAE-0440-6C87-0A1074F49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F95C1B-B761-6C2E-B5FE-C0FFCA1AF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39FF02-2FAC-75FD-6B7F-41BAEAA1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39E3DE-706E-76D5-AFD1-5D340FCE0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D69499-9499-FC81-9BB9-42770F68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87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950CF86-3C59-EA10-B4A0-EB282F3B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AC7B6-52C7-6E9C-C86C-368BA2400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AA0182-1D01-6266-0688-3196F1E9C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5A02E-7470-47CD-927F-D173AC36B68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677FF1-040F-D54D-4F6E-8EC58D14C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7CDEB0-C08C-6808-92CA-F09C70D6F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ABF80-29DE-4011-B789-D0AEBB4AF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5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479BDBF-CCD3-03AA-4551-A34586EDC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22" y="656893"/>
            <a:ext cx="5410955" cy="88594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B90EF0D-DECE-8C89-BBA5-83D1D558A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689856" y="1114332"/>
            <a:ext cx="3147279" cy="4311771"/>
          </a:xfrm>
          <a:prstGeom prst="rect">
            <a:avLst/>
          </a:prstGeom>
        </p:spPr>
      </p:pic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027FCF1C-6EAF-6390-A0F4-DF8663A829BD}"/>
              </a:ext>
            </a:extLst>
          </p:cNvPr>
          <p:cNvSpPr/>
          <p:nvPr/>
        </p:nvSpPr>
        <p:spPr>
          <a:xfrm>
            <a:off x="2980616" y="947213"/>
            <a:ext cx="2091716" cy="3314263"/>
          </a:xfrm>
          <a:custGeom>
            <a:avLst/>
            <a:gdLst>
              <a:gd name="connsiteX0" fmla="*/ 478576 w 2091716"/>
              <a:gd name="connsiteY0" fmla="*/ 27572 h 3314263"/>
              <a:gd name="connsiteX1" fmla="*/ 306048 w 2091716"/>
              <a:gd name="connsiteY1" fmla="*/ 18945 h 3314263"/>
              <a:gd name="connsiteX2" fmla="*/ 142146 w 2091716"/>
              <a:gd name="connsiteY2" fmla="*/ 243232 h 3314263"/>
              <a:gd name="connsiteX3" fmla="*/ 12750 w 2091716"/>
              <a:gd name="connsiteY3" fmla="*/ 890213 h 3314263"/>
              <a:gd name="connsiteX4" fmla="*/ 21376 w 2091716"/>
              <a:gd name="connsiteY4" fmla="*/ 1726976 h 3314263"/>
              <a:gd name="connsiteX5" fmla="*/ 159399 w 2091716"/>
              <a:gd name="connsiteY5" fmla="*/ 2460221 h 3314263"/>
              <a:gd name="connsiteX6" fmla="*/ 400939 w 2091716"/>
              <a:gd name="connsiteY6" fmla="*/ 2969179 h 3314263"/>
              <a:gd name="connsiteX7" fmla="*/ 711490 w 2091716"/>
              <a:gd name="connsiteY7" fmla="*/ 3202093 h 3314263"/>
              <a:gd name="connsiteX8" fmla="*/ 1280833 w 2091716"/>
              <a:gd name="connsiteY8" fmla="*/ 3314236 h 3314263"/>
              <a:gd name="connsiteX9" fmla="*/ 1841550 w 2091716"/>
              <a:gd name="connsiteY9" fmla="*/ 3193466 h 3314263"/>
              <a:gd name="connsiteX10" fmla="*/ 2091716 w 2091716"/>
              <a:gd name="connsiteY10" fmla="*/ 3072696 h 331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1716" h="3314263">
                <a:moveTo>
                  <a:pt x="478576" y="27572"/>
                </a:moveTo>
                <a:cubicBezTo>
                  <a:pt x="420348" y="5287"/>
                  <a:pt x="362120" y="-16998"/>
                  <a:pt x="306048" y="18945"/>
                </a:cubicBezTo>
                <a:cubicBezTo>
                  <a:pt x="249976" y="54888"/>
                  <a:pt x="191029" y="98021"/>
                  <a:pt x="142146" y="243232"/>
                </a:cubicBezTo>
                <a:cubicBezTo>
                  <a:pt x="93263" y="388443"/>
                  <a:pt x="32878" y="642922"/>
                  <a:pt x="12750" y="890213"/>
                </a:cubicBezTo>
                <a:cubicBezTo>
                  <a:pt x="-7378" y="1137504"/>
                  <a:pt x="-3065" y="1465308"/>
                  <a:pt x="21376" y="1726976"/>
                </a:cubicBezTo>
                <a:cubicBezTo>
                  <a:pt x="45817" y="1988644"/>
                  <a:pt x="96139" y="2253187"/>
                  <a:pt x="159399" y="2460221"/>
                </a:cubicBezTo>
                <a:cubicBezTo>
                  <a:pt x="222659" y="2667255"/>
                  <a:pt x="308924" y="2845534"/>
                  <a:pt x="400939" y="2969179"/>
                </a:cubicBezTo>
                <a:cubicBezTo>
                  <a:pt x="492954" y="3092824"/>
                  <a:pt x="564841" y="3144584"/>
                  <a:pt x="711490" y="3202093"/>
                </a:cubicBezTo>
                <a:cubicBezTo>
                  <a:pt x="858139" y="3259602"/>
                  <a:pt x="1092490" y="3315674"/>
                  <a:pt x="1280833" y="3314236"/>
                </a:cubicBezTo>
                <a:cubicBezTo>
                  <a:pt x="1469176" y="3312798"/>
                  <a:pt x="1706403" y="3233723"/>
                  <a:pt x="1841550" y="3193466"/>
                </a:cubicBezTo>
                <a:cubicBezTo>
                  <a:pt x="1976697" y="3153209"/>
                  <a:pt x="2034206" y="3112952"/>
                  <a:pt x="2091716" y="3072696"/>
                </a:cubicBezTo>
              </a:path>
            </a:pathLst>
          </a:custGeom>
          <a:noFill/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BAACB6CC-B3A2-432D-B9E3-1BDDD53E6BE6}"/>
              </a:ext>
            </a:extLst>
          </p:cNvPr>
          <p:cNvCxnSpPr/>
          <p:nvPr/>
        </p:nvCxnSpPr>
        <p:spPr>
          <a:xfrm>
            <a:off x="4026474" y="1542842"/>
            <a:ext cx="1899873" cy="2175143"/>
          </a:xfrm>
          <a:prstGeom prst="straightConnector1">
            <a:avLst/>
          </a:prstGeom>
          <a:ln w="5715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FC308994-32AB-0A04-E712-B4DC9FDB96FE}"/>
              </a:ext>
            </a:extLst>
          </p:cNvPr>
          <p:cNvSpPr/>
          <p:nvPr/>
        </p:nvSpPr>
        <p:spPr>
          <a:xfrm>
            <a:off x="7030528" y="1164566"/>
            <a:ext cx="2011008" cy="2829464"/>
          </a:xfrm>
          <a:custGeom>
            <a:avLst/>
            <a:gdLst>
              <a:gd name="connsiteX0" fmla="*/ 1708030 w 2011008"/>
              <a:gd name="connsiteY0" fmla="*/ 0 h 2829464"/>
              <a:gd name="connsiteX1" fmla="*/ 1949570 w 2011008"/>
              <a:gd name="connsiteY1" fmla="*/ 258792 h 2829464"/>
              <a:gd name="connsiteX2" fmla="*/ 1923691 w 2011008"/>
              <a:gd name="connsiteY2" fmla="*/ 690113 h 2829464"/>
              <a:gd name="connsiteX3" fmla="*/ 1009291 w 2011008"/>
              <a:gd name="connsiteY3" fmla="*/ 2355011 h 2829464"/>
              <a:gd name="connsiteX4" fmla="*/ 0 w 2011008"/>
              <a:gd name="connsiteY4" fmla="*/ 2829464 h 2829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008" h="2829464">
                <a:moveTo>
                  <a:pt x="1708030" y="0"/>
                </a:moveTo>
                <a:cubicBezTo>
                  <a:pt x="1810828" y="71886"/>
                  <a:pt x="1913627" y="143773"/>
                  <a:pt x="1949570" y="258792"/>
                </a:cubicBezTo>
                <a:cubicBezTo>
                  <a:pt x="1985513" y="373811"/>
                  <a:pt x="2080404" y="340743"/>
                  <a:pt x="1923691" y="690113"/>
                </a:cubicBezTo>
                <a:cubicBezTo>
                  <a:pt x="1766978" y="1039483"/>
                  <a:pt x="1329906" y="1998453"/>
                  <a:pt x="1009291" y="2355011"/>
                </a:cubicBezTo>
                <a:cubicBezTo>
                  <a:pt x="688676" y="2711569"/>
                  <a:pt x="344338" y="2770516"/>
                  <a:pt x="0" y="2829464"/>
                </a:cubicBezTo>
              </a:path>
            </a:pathLst>
          </a:custGeom>
          <a:noFill/>
          <a:ln w="57150">
            <a:solidFill>
              <a:schemeClr val="accent5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75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Use DIP Switch 4 Position: Pinouts, Specs, and Examples | Cirkit  Designer">
            <a:extLst>
              <a:ext uri="{FF2B5EF4-FFF2-40B4-BE49-F238E27FC236}">
                <a16:creationId xmlns:a16="http://schemas.microsoft.com/office/drawing/2014/main" id="{F26F7247-1169-F9B5-F5F9-824B0FEFD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782" y="1526197"/>
            <a:ext cx="2000520" cy="1676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3B589C5-9331-27FF-1DA0-3D8E014D6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496" y="3994829"/>
            <a:ext cx="5249008" cy="2000529"/>
          </a:xfrm>
          <a:prstGeom prst="rect">
            <a:avLst/>
          </a:prstGeom>
        </p:spPr>
      </p:pic>
      <p:pic>
        <p:nvPicPr>
          <p:cNvPr id="7" name="Picture 2" descr="How to Use DIP Switch 4 Position: Pinouts, Specs, and Examples | Cirkit  Designer">
            <a:extLst>
              <a:ext uri="{FF2B5EF4-FFF2-40B4-BE49-F238E27FC236}">
                <a16:creationId xmlns:a16="http://schemas.microsoft.com/office/drawing/2014/main" id="{0CC9E515-66A0-DC58-24C1-24796AD04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99" y="1526197"/>
            <a:ext cx="2000520" cy="1676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1AB7FE98-BEDB-E61A-C832-89492424AFAE}"/>
              </a:ext>
            </a:extLst>
          </p:cNvPr>
          <p:cNvSpPr/>
          <p:nvPr/>
        </p:nvSpPr>
        <p:spPr>
          <a:xfrm>
            <a:off x="6710923" y="3114136"/>
            <a:ext cx="1973447" cy="1604513"/>
          </a:xfrm>
          <a:custGeom>
            <a:avLst/>
            <a:gdLst>
              <a:gd name="connsiteX0" fmla="*/ 1958624 w 1973447"/>
              <a:gd name="connsiteY0" fmla="*/ 0 h 1604513"/>
              <a:gd name="connsiteX1" fmla="*/ 1906866 w 1973447"/>
              <a:gd name="connsiteY1" fmla="*/ 448573 h 1604513"/>
              <a:gd name="connsiteX2" fmla="*/ 1432413 w 1973447"/>
              <a:gd name="connsiteY2" fmla="*/ 672860 h 1604513"/>
              <a:gd name="connsiteX3" fmla="*/ 379990 w 1973447"/>
              <a:gd name="connsiteY3" fmla="*/ 785004 h 1604513"/>
              <a:gd name="connsiteX4" fmla="*/ 60813 w 1973447"/>
              <a:gd name="connsiteY4" fmla="*/ 1017917 h 1604513"/>
              <a:gd name="connsiteX5" fmla="*/ 428 w 1973447"/>
              <a:gd name="connsiteY5" fmla="*/ 1604513 h 160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3447" h="1604513">
                <a:moveTo>
                  <a:pt x="1958624" y="0"/>
                </a:moveTo>
                <a:cubicBezTo>
                  <a:pt x="1976596" y="168215"/>
                  <a:pt x="1994568" y="336430"/>
                  <a:pt x="1906866" y="448573"/>
                </a:cubicBezTo>
                <a:cubicBezTo>
                  <a:pt x="1819164" y="560716"/>
                  <a:pt x="1686892" y="616788"/>
                  <a:pt x="1432413" y="672860"/>
                </a:cubicBezTo>
                <a:cubicBezTo>
                  <a:pt x="1177934" y="728932"/>
                  <a:pt x="608590" y="727495"/>
                  <a:pt x="379990" y="785004"/>
                </a:cubicBezTo>
                <a:cubicBezTo>
                  <a:pt x="151390" y="842513"/>
                  <a:pt x="124073" y="881332"/>
                  <a:pt x="60813" y="1017917"/>
                </a:cubicBezTo>
                <a:cubicBezTo>
                  <a:pt x="-2447" y="1154502"/>
                  <a:pt x="-1010" y="1379507"/>
                  <a:pt x="428" y="1604513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3A3FB17E-5290-EC32-12BD-2F6C9FE4429D}"/>
              </a:ext>
            </a:extLst>
          </p:cNvPr>
          <p:cNvSpPr/>
          <p:nvPr/>
        </p:nvSpPr>
        <p:spPr>
          <a:xfrm>
            <a:off x="6466876" y="3096883"/>
            <a:ext cx="1790692" cy="1613140"/>
          </a:xfrm>
          <a:custGeom>
            <a:avLst/>
            <a:gdLst>
              <a:gd name="connsiteX0" fmla="*/ 1779977 w 1790692"/>
              <a:gd name="connsiteY0" fmla="*/ 0 h 1613140"/>
              <a:gd name="connsiteX1" fmla="*/ 1788603 w 1790692"/>
              <a:gd name="connsiteY1" fmla="*/ 215660 h 1613140"/>
              <a:gd name="connsiteX2" fmla="*/ 1745471 w 1790692"/>
              <a:gd name="connsiteY2" fmla="*/ 388189 h 1613140"/>
              <a:gd name="connsiteX3" fmla="*/ 1495305 w 1790692"/>
              <a:gd name="connsiteY3" fmla="*/ 465826 h 1613140"/>
              <a:gd name="connsiteX4" fmla="*/ 529147 w 1790692"/>
              <a:gd name="connsiteY4" fmla="*/ 577970 h 1613140"/>
              <a:gd name="connsiteX5" fmla="*/ 158211 w 1790692"/>
              <a:gd name="connsiteY5" fmla="*/ 681487 h 1613140"/>
              <a:gd name="connsiteX6" fmla="*/ 11562 w 1790692"/>
              <a:gd name="connsiteY6" fmla="*/ 983411 h 1613140"/>
              <a:gd name="connsiteX7" fmla="*/ 20188 w 1790692"/>
              <a:gd name="connsiteY7" fmla="*/ 1613140 h 161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0692" h="1613140">
                <a:moveTo>
                  <a:pt x="1779977" y="0"/>
                </a:moveTo>
                <a:cubicBezTo>
                  <a:pt x="1787165" y="75481"/>
                  <a:pt x="1794354" y="150962"/>
                  <a:pt x="1788603" y="215660"/>
                </a:cubicBezTo>
                <a:cubicBezTo>
                  <a:pt x="1782852" y="280358"/>
                  <a:pt x="1794354" y="346495"/>
                  <a:pt x="1745471" y="388189"/>
                </a:cubicBezTo>
                <a:cubicBezTo>
                  <a:pt x="1696588" y="429883"/>
                  <a:pt x="1698026" y="434196"/>
                  <a:pt x="1495305" y="465826"/>
                </a:cubicBezTo>
                <a:cubicBezTo>
                  <a:pt x="1292584" y="497456"/>
                  <a:pt x="751996" y="542027"/>
                  <a:pt x="529147" y="577970"/>
                </a:cubicBezTo>
                <a:cubicBezTo>
                  <a:pt x="306298" y="613914"/>
                  <a:pt x="244475" y="613914"/>
                  <a:pt x="158211" y="681487"/>
                </a:cubicBezTo>
                <a:cubicBezTo>
                  <a:pt x="71947" y="749061"/>
                  <a:pt x="34566" y="828136"/>
                  <a:pt x="11562" y="983411"/>
                </a:cubicBezTo>
                <a:cubicBezTo>
                  <a:pt x="-11442" y="1138686"/>
                  <a:pt x="4373" y="1375913"/>
                  <a:pt x="20188" y="161314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77EC5B8E-8377-67AC-9588-46AF8E6AD801}"/>
              </a:ext>
            </a:extLst>
          </p:cNvPr>
          <p:cNvSpPr/>
          <p:nvPr/>
        </p:nvSpPr>
        <p:spPr>
          <a:xfrm>
            <a:off x="6236028" y="3105509"/>
            <a:ext cx="1626209" cy="1639019"/>
          </a:xfrm>
          <a:custGeom>
            <a:avLst/>
            <a:gdLst>
              <a:gd name="connsiteX0" fmla="*/ 1614010 w 1626209"/>
              <a:gd name="connsiteY0" fmla="*/ 0 h 1639019"/>
              <a:gd name="connsiteX1" fmla="*/ 1622636 w 1626209"/>
              <a:gd name="connsiteY1" fmla="*/ 129397 h 1639019"/>
              <a:gd name="connsiteX2" fmla="*/ 1562251 w 1626209"/>
              <a:gd name="connsiteY2" fmla="*/ 215661 h 1639019"/>
              <a:gd name="connsiteX3" fmla="*/ 1406976 w 1626209"/>
              <a:gd name="connsiteY3" fmla="*/ 267419 h 1639019"/>
              <a:gd name="connsiteX4" fmla="*/ 647851 w 1626209"/>
              <a:gd name="connsiteY4" fmla="*/ 379563 h 1639019"/>
              <a:gd name="connsiteX5" fmla="*/ 233783 w 1626209"/>
              <a:gd name="connsiteY5" fmla="*/ 448574 h 1639019"/>
              <a:gd name="connsiteX6" fmla="*/ 18123 w 1626209"/>
              <a:gd name="connsiteY6" fmla="*/ 836763 h 1639019"/>
              <a:gd name="connsiteX7" fmla="*/ 26749 w 1626209"/>
              <a:gd name="connsiteY7" fmla="*/ 1639019 h 1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6209" h="1639019">
                <a:moveTo>
                  <a:pt x="1614010" y="0"/>
                </a:moveTo>
                <a:cubicBezTo>
                  <a:pt x="1622636" y="46727"/>
                  <a:pt x="1631262" y="93454"/>
                  <a:pt x="1622636" y="129397"/>
                </a:cubicBezTo>
                <a:cubicBezTo>
                  <a:pt x="1614010" y="165340"/>
                  <a:pt x="1598194" y="192657"/>
                  <a:pt x="1562251" y="215661"/>
                </a:cubicBezTo>
                <a:cubicBezTo>
                  <a:pt x="1526308" y="238665"/>
                  <a:pt x="1559376" y="240102"/>
                  <a:pt x="1406976" y="267419"/>
                </a:cubicBezTo>
                <a:cubicBezTo>
                  <a:pt x="1254576" y="294736"/>
                  <a:pt x="843383" y="349371"/>
                  <a:pt x="647851" y="379563"/>
                </a:cubicBezTo>
                <a:cubicBezTo>
                  <a:pt x="452319" y="409755"/>
                  <a:pt x="338738" y="372374"/>
                  <a:pt x="233783" y="448574"/>
                </a:cubicBezTo>
                <a:cubicBezTo>
                  <a:pt x="128828" y="524774"/>
                  <a:pt x="52629" y="638356"/>
                  <a:pt x="18123" y="836763"/>
                </a:cubicBezTo>
                <a:cubicBezTo>
                  <a:pt x="-16383" y="1035170"/>
                  <a:pt x="5183" y="1337094"/>
                  <a:pt x="26749" y="1639019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3E3CC23D-205F-60BE-23F7-D5AB4513F6F2}"/>
              </a:ext>
            </a:extLst>
          </p:cNvPr>
          <p:cNvSpPr/>
          <p:nvPr/>
        </p:nvSpPr>
        <p:spPr>
          <a:xfrm>
            <a:off x="3907913" y="3122762"/>
            <a:ext cx="1480238" cy="1595887"/>
          </a:xfrm>
          <a:custGeom>
            <a:avLst/>
            <a:gdLst>
              <a:gd name="connsiteX0" fmla="*/ 25732 w 1480238"/>
              <a:gd name="connsiteY0" fmla="*/ 0 h 1595887"/>
              <a:gd name="connsiteX1" fmla="*/ 25732 w 1480238"/>
              <a:gd name="connsiteY1" fmla="*/ 491706 h 1595887"/>
              <a:gd name="connsiteX2" fmla="*/ 293151 w 1480238"/>
              <a:gd name="connsiteY2" fmla="*/ 793630 h 1595887"/>
              <a:gd name="connsiteX3" fmla="*/ 1069529 w 1480238"/>
              <a:gd name="connsiteY3" fmla="*/ 914400 h 1595887"/>
              <a:gd name="connsiteX4" fmla="*/ 1431838 w 1480238"/>
              <a:gd name="connsiteY4" fmla="*/ 1173193 h 1595887"/>
              <a:gd name="connsiteX5" fmla="*/ 1466344 w 1480238"/>
              <a:gd name="connsiteY5" fmla="*/ 1595887 h 1595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0238" h="1595887">
                <a:moveTo>
                  <a:pt x="25732" y="0"/>
                </a:moveTo>
                <a:cubicBezTo>
                  <a:pt x="3447" y="179717"/>
                  <a:pt x="-18838" y="359434"/>
                  <a:pt x="25732" y="491706"/>
                </a:cubicBezTo>
                <a:cubicBezTo>
                  <a:pt x="70302" y="623978"/>
                  <a:pt x="119185" y="723181"/>
                  <a:pt x="293151" y="793630"/>
                </a:cubicBezTo>
                <a:cubicBezTo>
                  <a:pt x="467117" y="864079"/>
                  <a:pt x="879748" y="851140"/>
                  <a:pt x="1069529" y="914400"/>
                </a:cubicBezTo>
                <a:cubicBezTo>
                  <a:pt x="1259310" y="977660"/>
                  <a:pt x="1365702" y="1059612"/>
                  <a:pt x="1431838" y="1173193"/>
                </a:cubicBezTo>
                <a:cubicBezTo>
                  <a:pt x="1497974" y="1286774"/>
                  <a:pt x="1482159" y="1441330"/>
                  <a:pt x="1466344" y="1595887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7657AEAD-6737-FB49-6D4F-7583F516290F}"/>
              </a:ext>
            </a:extLst>
          </p:cNvPr>
          <p:cNvSpPr/>
          <p:nvPr/>
        </p:nvSpPr>
        <p:spPr>
          <a:xfrm>
            <a:off x="4267701" y="3105509"/>
            <a:ext cx="1350131" cy="1630393"/>
          </a:xfrm>
          <a:custGeom>
            <a:avLst/>
            <a:gdLst>
              <a:gd name="connsiteX0" fmla="*/ 71386 w 1350131"/>
              <a:gd name="connsiteY0" fmla="*/ 0 h 1630393"/>
              <a:gd name="connsiteX1" fmla="*/ 71386 w 1350131"/>
              <a:gd name="connsiteY1" fmla="*/ 508959 h 1630393"/>
              <a:gd name="connsiteX2" fmla="*/ 813257 w 1350131"/>
              <a:gd name="connsiteY2" fmla="*/ 759125 h 1630393"/>
              <a:gd name="connsiteX3" fmla="*/ 1287710 w 1350131"/>
              <a:gd name="connsiteY3" fmla="*/ 1035170 h 1630393"/>
              <a:gd name="connsiteX4" fmla="*/ 1330842 w 1350131"/>
              <a:gd name="connsiteY4" fmla="*/ 1630393 h 1630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131" h="1630393">
                <a:moveTo>
                  <a:pt x="71386" y="0"/>
                </a:moveTo>
                <a:cubicBezTo>
                  <a:pt x="9563" y="191219"/>
                  <a:pt x="-52259" y="382438"/>
                  <a:pt x="71386" y="508959"/>
                </a:cubicBezTo>
                <a:cubicBezTo>
                  <a:pt x="195031" y="635480"/>
                  <a:pt x="610536" y="671423"/>
                  <a:pt x="813257" y="759125"/>
                </a:cubicBezTo>
                <a:cubicBezTo>
                  <a:pt x="1015978" y="846827"/>
                  <a:pt x="1201446" y="889959"/>
                  <a:pt x="1287710" y="1035170"/>
                </a:cubicBezTo>
                <a:cubicBezTo>
                  <a:pt x="1373974" y="1180381"/>
                  <a:pt x="1352408" y="1405387"/>
                  <a:pt x="1330842" y="1630393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14E28BF-C9E3-036C-3ECC-9411D92869F6}"/>
              </a:ext>
            </a:extLst>
          </p:cNvPr>
          <p:cNvSpPr/>
          <p:nvPr/>
        </p:nvSpPr>
        <p:spPr>
          <a:xfrm>
            <a:off x="4712082" y="3105509"/>
            <a:ext cx="1111402" cy="1604514"/>
          </a:xfrm>
          <a:custGeom>
            <a:avLst/>
            <a:gdLst>
              <a:gd name="connsiteX0" fmla="*/ 32446 w 1111402"/>
              <a:gd name="connsiteY0" fmla="*/ 0 h 1604514"/>
              <a:gd name="connsiteX1" fmla="*/ 92831 w 1111402"/>
              <a:gd name="connsiteY1" fmla="*/ 267419 h 1604514"/>
              <a:gd name="connsiteX2" fmla="*/ 817450 w 1111402"/>
              <a:gd name="connsiteY2" fmla="*/ 655608 h 1604514"/>
              <a:gd name="connsiteX3" fmla="*/ 1076243 w 1111402"/>
              <a:gd name="connsiteY3" fmla="*/ 931653 h 1604514"/>
              <a:gd name="connsiteX4" fmla="*/ 1102122 w 1111402"/>
              <a:gd name="connsiteY4" fmla="*/ 1604514 h 1604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402" h="1604514">
                <a:moveTo>
                  <a:pt x="32446" y="0"/>
                </a:moveTo>
                <a:cubicBezTo>
                  <a:pt x="-2779" y="79075"/>
                  <a:pt x="-38003" y="158151"/>
                  <a:pt x="92831" y="267419"/>
                </a:cubicBezTo>
                <a:cubicBezTo>
                  <a:pt x="223665" y="376687"/>
                  <a:pt x="653548" y="544902"/>
                  <a:pt x="817450" y="655608"/>
                </a:cubicBezTo>
                <a:cubicBezTo>
                  <a:pt x="981352" y="766314"/>
                  <a:pt x="1028798" y="773502"/>
                  <a:pt x="1076243" y="931653"/>
                </a:cubicBezTo>
                <a:cubicBezTo>
                  <a:pt x="1123688" y="1089804"/>
                  <a:pt x="1112905" y="1347159"/>
                  <a:pt x="1102122" y="1604514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8604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elkat</dc:creator>
  <cp:lastModifiedBy>elkat</cp:lastModifiedBy>
  <cp:revision>3</cp:revision>
  <dcterms:created xsi:type="dcterms:W3CDTF">2026-10-12T16:07:42Z</dcterms:created>
  <dcterms:modified xsi:type="dcterms:W3CDTF">2026-10-12T16:34:19Z</dcterms:modified>
</cp:coreProperties>
</file>